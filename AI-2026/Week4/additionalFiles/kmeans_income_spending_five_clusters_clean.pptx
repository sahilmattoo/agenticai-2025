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072D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b="1" sz="2500">
                <a:solidFill>
                  <a:srgbClr val="FFFFFF"/>
                </a:solidFill>
              </a:rPr>
              <a:t>K-Means Clustering: Income vs Spending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115568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1E1E2D"/>
                </a:solidFill>
              </a:rPr>
              <a:t>Customer segmentation example: group similar customers without using labels</a:t>
            </a:r>
          </a:p>
        </p:txBody>
      </p:sp>
      <p:pic>
        <p:nvPicPr>
          <p:cNvPr id="5" name="Picture 4" descr="kmeans_income_spending_five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051560"/>
            <a:ext cx="10515600" cy="4983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