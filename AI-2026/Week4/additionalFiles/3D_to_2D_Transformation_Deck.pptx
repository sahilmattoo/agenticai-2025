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23482"/>
                </a:solidFill>
              </a:rPr>
              <a:t>3D to 2D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464646"/>
                </a:solidFill>
              </a:rPr>
              <a:t>Dimensionality Reduction / Projection
Classroom visual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82"/>
                </a:solidFill>
              </a:rPr>
              <a:t>3D Coordinates and Major Axes</a:t>
            </a:r>
          </a:p>
        </p:txBody>
      </p:sp>
      <p:pic>
        <p:nvPicPr>
          <p:cNvPr id="3" name="Picture 2" descr="3d_coordinate_axes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82"/>
                </a:solidFill>
              </a:rPr>
              <a:t>3D Cube with Data Points</a:t>
            </a:r>
          </a:p>
        </p:txBody>
      </p:sp>
      <p:pic>
        <p:nvPicPr>
          <p:cNvPr id="3" name="Picture 2" descr="3d_coordinate_cub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82"/>
                </a:solidFill>
              </a:rPr>
              <a:t>A 2D Plane Inside the 3D Cube</a:t>
            </a:r>
          </a:p>
        </p:txBody>
      </p:sp>
      <p:pic>
        <p:nvPicPr>
          <p:cNvPr id="3" name="Picture 2" descr="3d_coordinate_plane_inside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82"/>
                </a:solidFill>
              </a:rPr>
              <a:t>Projecting 3D Points onto the 2D Plane</a:t>
            </a:r>
          </a:p>
        </p:txBody>
      </p:sp>
      <p:pic>
        <p:nvPicPr>
          <p:cNvPr id="3" name="Picture 2" descr="projecting_3d_points_onto_a_2d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82"/>
                </a:solidFill>
              </a:rPr>
              <a:t>3D to 2D Transformation Overview</a:t>
            </a:r>
          </a:p>
        </p:txBody>
      </p:sp>
      <p:pic>
        <p:nvPicPr>
          <p:cNvPr id="3" name="Picture 2" descr="3d_to_2d_dimensionality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82"/>
                </a:solidFill>
              </a:rPr>
              <a:t>Mapped Yellow Points on the 2D Plane</a:t>
            </a:r>
          </a:p>
        </p:txBody>
      </p:sp>
      <p:pic>
        <p:nvPicPr>
          <p:cNvPr id="3" name="Picture 2" descr="mapping_3d_points_to_a_2d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