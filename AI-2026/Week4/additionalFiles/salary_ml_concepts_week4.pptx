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801600" cy="7315200"/>
  <p:notesSz cx="7315200" cy="12801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inear Regression - predicting salary from experience with red scatter points and blue best fit li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01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ultiple candidate best fit lines for salary predic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01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lassification problem with low salary and high salary dots and unknown question mark poi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01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istic regression sigmoid curve for classifying low and high salary with misclassified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01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our confusion matrices comparing salary classification model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8016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Prediction ML Concept Slides</dc:title>
  <dc:subject>Salary Prediction ML Concepts</dc:subject>
  <dc:creator>OpenAI</dc:creator>
  <cp:lastModifiedBy>OpenAI</cp:lastModifiedBy>
  <cp:revision>1</cp:revision>
  <dcterms:created xsi:type="dcterms:W3CDTF">2026-09-05T13:14:57Z</dcterms:created>
  <dcterms:modified xsi:type="dcterms:W3CDTF">2026-09-05T13:14:57Z</dcterms:modified>
</cp:coreProperties>
</file>